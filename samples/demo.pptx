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Xin chào các bạn. Đây là bản thử nghiệm.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Chúng ta kiểm tra từng bước.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Cảm ơn các bạn đã theo dõi.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Giới thiệu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Ví dụ tiếng Việt có dấu — không có giọng người thật.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Quy trình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Ví dụ tiếng Việt có dấu — không có giọng người thật.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Kết thúc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Ví dụ tiếng Việt có dấu — không có giọng người thật.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SlideVoice mẫu</dc:title>
  <dc:subject/>
  <dc:creator>SlideVoice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